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ELEC6008 Lecture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Power electronics converter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ELEC6008 Lecture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Inverter control and modulation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